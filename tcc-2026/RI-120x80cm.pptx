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200625" cx="28800425"/>
  <p:notesSz cx="7099300" cy="10234600"/>
  <p:embeddedFontLst>
    <p:embeddedFont>
      <p:font typeface="Arial Black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6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6" orient="horz"/>
        <p:guide pos="907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98713" y="1279525"/>
            <a:ext cx="230187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398713" y="1279525"/>
            <a:ext cx="2301875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2160032" y="7070108"/>
            <a:ext cx="24480361" cy="15040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98"/>
              <a:buFont typeface="Calibri"/>
              <a:buNone/>
              <a:defRPr sz="188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3600053" y="22690338"/>
            <a:ext cx="21600319" cy="1043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7559"/>
              <a:buNone/>
              <a:defRPr sz="7559"/>
            </a:lvl1pPr>
            <a:lvl2pPr lvl="1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None/>
              <a:defRPr sz="6299"/>
            </a:lvl2pPr>
            <a:lvl3pPr lvl="2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3pPr>
            <a:lvl4pPr lvl="3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4pPr>
            <a:lvl5pPr lvl="4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5pPr>
            <a:lvl6pPr lvl="5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6pPr>
            <a:lvl7pPr lvl="6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7pPr>
            <a:lvl8pPr lvl="7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8pPr>
            <a:lvl9pPr lvl="8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965030" y="10770172"/>
            <a:ext cx="24840367" cy="17970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98"/>
              <a:buFont typeface="Calibri"/>
              <a:buNone/>
              <a:defRPr sz="188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965030" y="28910440"/>
            <a:ext cx="24840367" cy="945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7559"/>
              <a:buNone/>
              <a:defRPr sz="7559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6299"/>
              <a:buNone/>
              <a:defRPr sz="62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980029" y="11500170"/>
            <a:ext cx="12240181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14580215" y="11500170"/>
            <a:ext cx="12240181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1983780" y="2300044"/>
            <a:ext cx="24840367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1983784" y="10590160"/>
            <a:ext cx="12183928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7559"/>
              <a:buNone/>
              <a:defRPr b="1" sz="7559"/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None/>
              <a:defRPr b="1" sz="6299"/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1983784" y="15780233"/>
            <a:ext cx="12183928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14580217" y="10590160"/>
            <a:ext cx="12243932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7559"/>
              <a:buNone/>
              <a:defRPr b="1" sz="7559"/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None/>
              <a:defRPr b="1" sz="6299"/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14580217" y="15780233"/>
            <a:ext cx="12243932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983780" y="2880042"/>
            <a:ext cx="9288887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9"/>
              <a:buFont typeface="Calibri"/>
              <a:buNone/>
              <a:defRPr sz="1007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2243932" y="6220102"/>
            <a:ext cx="14580215" cy="30700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68617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0079"/>
              <a:buChar char="•"/>
              <a:defRPr sz="10079"/>
            </a:lvl1pPr>
            <a:lvl2pPr indent="-788607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8819"/>
              <a:buChar char="•"/>
              <a:defRPr sz="8819"/>
            </a:lvl2pPr>
            <a:lvl3pPr indent="-708597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7559"/>
              <a:buChar char="•"/>
              <a:defRPr sz="7559"/>
            </a:lvl3pPr>
            <a:lvl4pPr indent="-628587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Char char="•"/>
              <a:defRPr sz="6299"/>
            </a:lvl4pPr>
            <a:lvl5pPr indent="-628586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Char char="•"/>
              <a:defRPr sz="6299"/>
            </a:lvl5pPr>
            <a:lvl6pPr indent="-628586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Char char="•"/>
              <a:defRPr sz="6299"/>
            </a:lvl6pPr>
            <a:lvl7pPr indent="-628586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Char char="•"/>
              <a:defRPr sz="6299"/>
            </a:lvl7pPr>
            <a:lvl8pPr indent="-628586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Char char="•"/>
              <a:defRPr sz="6299"/>
            </a:lvl8pPr>
            <a:lvl9pPr indent="-628586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Char char="•"/>
              <a:defRPr sz="6299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1983780" y="12960191"/>
            <a:ext cx="9288887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4410"/>
              <a:buNone/>
              <a:defRPr sz="4410"/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983780" y="2880042"/>
            <a:ext cx="9288887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79"/>
              <a:buFont typeface="Calibri"/>
              <a:buNone/>
              <a:defRPr sz="1007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2243932" y="6220102"/>
            <a:ext cx="14580215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983780" y="12960191"/>
            <a:ext cx="9288887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4410"/>
              <a:buNone/>
              <a:defRPr sz="4410"/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695008" y="12785191"/>
            <a:ext cx="27410408" cy="24840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410080" y="17500260"/>
            <a:ext cx="36610544" cy="621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7190106" y="11470171"/>
            <a:ext cx="36610544" cy="1827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59"/>
              <a:buFont typeface="Calibri"/>
              <a:buNone/>
              <a:defRPr b="0" i="0" sz="138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88607" lvl="0" marL="457200" marR="0" rtl="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8819"/>
              <a:buFont typeface="Arial"/>
              <a:buChar char="•"/>
              <a:defRPr b="0" i="0" sz="88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08597" lvl="1" marL="9144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7559"/>
              <a:buFont typeface="Arial"/>
              <a:buChar char="•"/>
              <a:defRPr b="0" i="0" sz="75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28587" lvl="2" marL="13716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299"/>
              <a:buFont typeface="Arial"/>
              <a:buChar char="•"/>
              <a:defRPr b="0" i="0" sz="62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88582" lvl="3" marL="18288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Font typeface="Arial"/>
              <a:buChar char="•"/>
              <a:defRPr b="0" i="0" sz="56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88582" lvl="4" marL="22860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Font typeface="Arial"/>
              <a:buChar char="•"/>
              <a:defRPr b="0" i="0" sz="56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88582" lvl="5" marL="27432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Font typeface="Arial"/>
              <a:buChar char="•"/>
              <a:defRPr b="0" i="0" sz="56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88582" lvl="6" marL="32004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Font typeface="Arial"/>
              <a:buChar char="•"/>
              <a:defRPr b="0" i="0" sz="56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88582" lvl="7" marL="36576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Font typeface="Arial"/>
              <a:buChar char="•"/>
              <a:defRPr b="0" i="0" sz="56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88582" lvl="8" marL="41148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69"/>
              <a:buFont typeface="Arial"/>
              <a:buChar char="•"/>
              <a:defRPr b="0" i="0" sz="56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740850"/>
            <a:ext cx="28800425" cy="205630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387822" y="3415715"/>
            <a:ext cx="24965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RENDER INDEX</a:t>
            </a:r>
            <a:endParaRPr b="1" sz="7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189403" y="6840866"/>
            <a:ext cx="10305600" cy="6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FERNANDO DOS SANTOS BRAZ</a:t>
            </a:r>
            <a:endParaRPr sz="6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GUSTAVO HENRIQUE DA SILVA ALVES</a:t>
            </a:r>
            <a:endParaRPr sz="6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GUSTAVO MÜLLER SANTOS</a:t>
            </a:r>
            <a:endParaRPr sz="6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450670" y="12536617"/>
            <a:ext cx="10044300" cy="4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504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Orientador(es): Prof. </a:t>
            </a:r>
            <a:endParaRPr sz="504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4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Ronildo Aparecido Ferreira</a:t>
            </a:r>
            <a:endParaRPr sz="504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4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504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504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L</a:t>
            </a:r>
            <a:r>
              <a:rPr lang="pt-BR" sz="504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uciana</a:t>
            </a:r>
            <a:r>
              <a:rPr b="0" i="0" lang="pt-BR" sz="504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lang="pt-BR" sz="504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erreira</a:t>
            </a:r>
            <a:r>
              <a:rPr b="0" i="0" lang="pt-BR" sz="504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r>
              <a:rPr lang="pt-BR" sz="504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aptista</a:t>
            </a:r>
            <a:endParaRPr b="0" i="0" sz="504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4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1026282" y="41259278"/>
            <a:ext cx="6747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4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Técnico em</a:t>
            </a:r>
            <a:r>
              <a:rPr b="1" lang="pt-BR" sz="284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Desenvolvimento de Sistemas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080392" y="17593842"/>
            <a:ext cx="24843600" cy="17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 Render Index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 Render Index é um site de indexação para pessoas que querem aprender sobre a renderização/modelagem 3D e não sabem por onde começar. No site você encontrará diversos materiais e ferramentas sobre isso.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Alguns tópicos abordados: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-Conceitos;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-Ray tracing;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-Shaders;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-Blender;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-Vulkan;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349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-OpenGL.</a:t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4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3713449" y="41832743"/>
            <a:ext cx="1759347" cy="530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4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Dez/2026</a:t>
            </a:r>
            <a:endParaRPr/>
          </a:p>
        </p:txBody>
      </p:sp>
      <p:pic>
        <p:nvPicPr>
          <p:cNvPr id="96" name="Google Shape;96;p13" title="bo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3365" y="6896552"/>
            <a:ext cx="5953125" cy="59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