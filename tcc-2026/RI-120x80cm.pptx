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3200625" cx="28800425"/>
  <p:notesSz cx="7099300" cy="10234600"/>
  <p:embeddedFontLst>
    <p:embeddedFont>
      <p:font typeface="Arial Black"/>
      <p:regular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606">
          <p15:clr>
            <a:srgbClr val="A4A3A4"/>
          </p15:clr>
        </p15:guide>
        <p15:guide id="2" pos="907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606" orient="horz"/>
        <p:guide pos="907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ArialBlack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6575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1138" y="0"/>
            <a:ext cx="3076575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398713" y="1279525"/>
            <a:ext cx="2301875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09613" y="4926013"/>
            <a:ext cx="5680075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850"/>
            <a:ext cx="3076575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2398713" y="1279525"/>
            <a:ext cx="2301875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709613" y="4926013"/>
            <a:ext cx="5680075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2160032" y="7070108"/>
            <a:ext cx="24480361" cy="150402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898"/>
              <a:buFont typeface="Calibri"/>
              <a:buNone/>
              <a:defRPr sz="188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3600053" y="22690338"/>
            <a:ext cx="21600319" cy="104301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7559"/>
              <a:buNone/>
              <a:defRPr sz="7559"/>
            </a:lvl1pPr>
            <a:lvl2pPr lvl="1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None/>
              <a:defRPr sz="6299"/>
            </a:lvl2pPr>
            <a:lvl3pPr lvl="2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None/>
              <a:defRPr sz="5669"/>
            </a:lvl3pPr>
            <a:lvl4pPr lvl="3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4pPr>
            <a:lvl5pPr lvl="4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5pPr>
            <a:lvl6pPr lvl="5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6pPr>
            <a:lvl7pPr lvl="6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7pPr>
            <a:lvl8pPr lvl="7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8pPr>
            <a:lvl9pPr lvl="8" algn="ctr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1980029" y="2300044"/>
            <a:ext cx="24840367" cy="8350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1980029" y="11500170"/>
            <a:ext cx="24840367" cy="274104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1965030" y="10770172"/>
            <a:ext cx="24840367" cy="17970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898"/>
              <a:buFont typeface="Calibri"/>
              <a:buNone/>
              <a:defRPr sz="188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1965030" y="28910440"/>
            <a:ext cx="24840367" cy="94501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7559"/>
              <a:buNone/>
              <a:defRPr sz="7559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6299"/>
              <a:buNone/>
              <a:defRPr sz="6299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669"/>
              <a:buNone/>
              <a:defRPr sz="566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040"/>
              <a:buNone/>
              <a:defRPr sz="504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040"/>
              <a:buNone/>
              <a:defRPr sz="504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040"/>
              <a:buNone/>
              <a:defRPr sz="504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040"/>
              <a:buNone/>
              <a:defRPr sz="504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040"/>
              <a:buNone/>
              <a:defRPr sz="504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rgbClr val="888888"/>
              </a:buClr>
              <a:buSzPts val="5040"/>
              <a:buNone/>
              <a:defRPr sz="504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1980029" y="2300044"/>
            <a:ext cx="24840367" cy="8350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1980029" y="11500170"/>
            <a:ext cx="12240181" cy="274104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14580215" y="11500170"/>
            <a:ext cx="12240181" cy="274104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1983780" y="2300044"/>
            <a:ext cx="24840367" cy="8350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1983784" y="10590160"/>
            <a:ext cx="12183928" cy="519007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7559"/>
              <a:buNone/>
              <a:defRPr b="1" sz="7559"/>
            </a:lvl1pPr>
            <a:lvl2pPr indent="-2286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None/>
              <a:defRPr b="1" sz="6299"/>
            </a:lvl2pPr>
            <a:lvl3pPr indent="-2286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None/>
              <a:defRPr b="1" sz="5669"/>
            </a:lvl3pPr>
            <a:lvl4pPr indent="-2286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4pPr>
            <a:lvl5pPr indent="-2286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5pPr>
            <a:lvl6pPr indent="-2286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6pPr>
            <a:lvl7pPr indent="-2286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7pPr>
            <a:lvl8pPr indent="-2286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8pPr>
            <a:lvl9pPr indent="-2286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1983784" y="15780233"/>
            <a:ext cx="12183928" cy="232103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14580217" y="10590160"/>
            <a:ext cx="12243932" cy="519007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7559"/>
              <a:buNone/>
              <a:defRPr b="1" sz="7559"/>
            </a:lvl1pPr>
            <a:lvl2pPr indent="-2286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None/>
              <a:defRPr b="1" sz="6299"/>
            </a:lvl2pPr>
            <a:lvl3pPr indent="-2286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None/>
              <a:defRPr b="1" sz="5669"/>
            </a:lvl3pPr>
            <a:lvl4pPr indent="-2286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4pPr>
            <a:lvl5pPr indent="-2286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5pPr>
            <a:lvl6pPr indent="-2286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6pPr>
            <a:lvl7pPr indent="-2286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7pPr>
            <a:lvl8pPr indent="-2286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8pPr>
            <a:lvl9pPr indent="-2286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b="1" sz="504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14580217" y="15780233"/>
            <a:ext cx="12243932" cy="232103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1980029" y="2300044"/>
            <a:ext cx="24840367" cy="8350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1983780" y="2880042"/>
            <a:ext cx="9288887" cy="100801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79"/>
              <a:buFont typeface="Calibri"/>
              <a:buNone/>
              <a:defRPr sz="1007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12243932" y="6220102"/>
            <a:ext cx="14580215" cy="307004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868617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0079"/>
              <a:buChar char="•"/>
              <a:defRPr sz="10079"/>
            </a:lvl1pPr>
            <a:lvl2pPr indent="-788607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8819"/>
              <a:buChar char="•"/>
              <a:defRPr sz="8819"/>
            </a:lvl2pPr>
            <a:lvl3pPr indent="-708597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7559"/>
              <a:buChar char="•"/>
              <a:defRPr sz="7559"/>
            </a:lvl3pPr>
            <a:lvl4pPr indent="-628587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Char char="•"/>
              <a:defRPr sz="6299"/>
            </a:lvl4pPr>
            <a:lvl5pPr indent="-628586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Char char="•"/>
              <a:defRPr sz="6299"/>
            </a:lvl5pPr>
            <a:lvl6pPr indent="-628586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Char char="•"/>
              <a:defRPr sz="6299"/>
            </a:lvl6pPr>
            <a:lvl7pPr indent="-628586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Char char="•"/>
              <a:defRPr sz="6299"/>
            </a:lvl7pPr>
            <a:lvl8pPr indent="-628586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Char char="•"/>
              <a:defRPr sz="6299"/>
            </a:lvl8pPr>
            <a:lvl9pPr indent="-628586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Char char="•"/>
              <a:defRPr sz="6299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1983780" y="12960191"/>
            <a:ext cx="9288887" cy="240103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1pPr>
            <a:lvl2pPr indent="-2286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4410"/>
              <a:buNone/>
              <a:defRPr sz="4410"/>
            </a:lvl2pPr>
            <a:lvl3pPr indent="-2286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780"/>
              <a:buNone/>
              <a:defRPr sz="3780"/>
            </a:lvl3pPr>
            <a:lvl4pPr indent="-2286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4pPr>
            <a:lvl5pPr indent="-2286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5pPr>
            <a:lvl6pPr indent="-2286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6pPr>
            <a:lvl7pPr indent="-2286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7pPr>
            <a:lvl8pPr indent="-2286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8pPr>
            <a:lvl9pPr indent="-2286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983780" y="2880042"/>
            <a:ext cx="9288887" cy="100801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79"/>
              <a:buFont typeface="Calibri"/>
              <a:buNone/>
              <a:defRPr sz="1007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2243932" y="6220102"/>
            <a:ext cx="14580215" cy="30700453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983780" y="12960191"/>
            <a:ext cx="9288887" cy="240103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5040"/>
              <a:buNone/>
              <a:defRPr sz="5040"/>
            </a:lvl1pPr>
            <a:lvl2pPr indent="-2286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4410"/>
              <a:buNone/>
              <a:defRPr sz="4410"/>
            </a:lvl2pPr>
            <a:lvl3pPr indent="-2286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780"/>
              <a:buNone/>
              <a:defRPr sz="3780"/>
            </a:lvl3pPr>
            <a:lvl4pPr indent="-2286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4pPr>
            <a:lvl5pPr indent="-2286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5pPr>
            <a:lvl6pPr indent="-2286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6pPr>
            <a:lvl7pPr indent="-2286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7pPr>
            <a:lvl8pPr indent="-2286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8pPr>
            <a:lvl9pPr indent="-2286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3150"/>
              <a:buNone/>
              <a:defRPr sz="315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1980029" y="2300044"/>
            <a:ext cx="24840367" cy="8350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695008" y="12785191"/>
            <a:ext cx="27410408" cy="248403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5410080" y="17500260"/>
            <a:ext cx="36610544" cy="6210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-7190106" y="11470171"/>
            <a:ext cx="36610544" cy="182702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980029" y="2300044"/>
            <a:ext cx="24840367" cy="8350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859"/>
              <a:buFont typeface="Calibri"/>
              <a:buNone/>
              <a:defRPr b="0" i="0" sz="1385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980029" y="11500170"/>
            <a:ext cx="24840367" cy="274104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788607" lvl="0" marL="457200" marR="0" rtl="0" algn="l">
              <a:lnSpc>
                <a:spcPct val="90000"/>
              </a:lnSpc>
              <a:spcBef>
                <a:spcPts val="3150"/>
              </a:spcBef>
              <a:spcAft>
                <a:spcPts val="0"/>
              </a:spcAft>
              <a:buClr>
                <a:schemeClr val="dk1"/>
              </a:buClr>
              <a:buSzPts val="8819"/>
              <a:buFont typeface="Arial"/>
              <a:buChar char="•"/>
              <a:defRPr b="0" i="0" sz="881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708597" lvl="1" marL="9144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7559"/>
              <a:buFont typeface="Arial"/>
              <a:buChar char="•"/>
              <a:defRPr b="0" i="0" sz="755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628587" lvl="2" marL="13716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6299"/>
              <a:buFont typeface="Arial"/>
              <a:buChar char="•"/>
              <a:defRPr b="0" i="0" sz="62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588582" lvl="3" marL="18288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Font typeface="Arial"/>
              <a:buChar char="•"/>
              <a:defRPr b="0" i="0" sz="56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588582" lvl="4" marL="22860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Font typeface="Arial"/>
              <a:buChar char="•"/>
              <a:defRPr b="0" i="0" sz="56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88582" lvl="5" marL="27432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Font typeface="Arial"/>
              <a:buChar char="•"/>
              <a:defRPr b="0" i="0" sz="56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588582" lvl="6" marL="32004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Font typeface="Arial"/>
              <a:buChar char="•"/>
              <a:defRPr b="0" i="0" sz="56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588582" lvl="7" marL="36576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Font typeface="Arial"/>
              <a:buChar char="•"/>
              <a:defRPr b="0" i="0" sz="56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588582" lvl="8" marL="4114800" marR="0" rtl="0" algn="l">
              <a:lnSpc>
                <a:spcPct val="90000"/>
              </a:lnSpc>
              <a:spcBef>
                <a:spcPts val="1575"/>
              </a:spcBef>
              <a:spcAft>
                <a:spcPts val="0"/>
              </a:spcAft>
              <a:buClr>
                <a:schemeClr val="dk1"/>
              </a:buClr>
              <a:buSzPts val="5669"/>
              <a:buFont typeface="Arial"/>
              <a:buChar char="•"/>
              <a:defRPr b="0" i="0" sz="56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980029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9540141" y="40040601"/>
            <a:ext cx="9720143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14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20340300" y="40040601"/>
            <a:ext cx="6480096" cy="2300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378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0740850"/>
            <a:ext cx="28800425" cy="205630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/>
        </p:nvSpPr>
        <p:spPr>
          <a:xfrm>
            <a:off x="2387822" y="3415715"/>
            <a:ext cx="249654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RENDER INDEX</a:t>
            </a:r>
            <a:endParaRPr b="1" sz="7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0189403" y="6840866"/>
            <a:ext cx="10305600" cy="60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FERNANDO DOS SANTOS BRAZ</a:t>
            </a:r>
            <a:endParaRPr sz="6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GUSTAVO HENRIQUE DA SILVA ALVES</a:t>
            </a:r>
            <a:endParaRPr sz="6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GUSTAVO MÜLLER SANTOS</a:t>
            </a:r>
            <a:endParaRPr sz="6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0450670" y="12536617"/>
            <a:ext cx="10044300" cy="41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5045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Orientador(es): Prof. </a:t>
            </a:r>
            <a:endParaRPr sz="504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4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Ronildo Aparecido Ferreira</a:t>
            </a:r>
            <a:endParaRPr sz="504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4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 i="0" lang="pt-BR" sz="5045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 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5045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L</a:t>
            </a:r>
            <a:r>
              <a:rPr lang="pt-BR" sz="504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uciana</a:t>
            </a:r>
            <a:r>
              <a:rPr b="0" i="0" lang="pt-BR" sz="5045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</a:t>
            </a:r>
            <a:r>
              <a:rPr lang="pt-BR" sz="504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erreira</a:t>
            </a:r>
            <a:r>
              <a:rPr b="0" i="0" lang="pt-BR" sz="5045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</a:t>
            </a:r>
            <a:r>
              <a:rPr lang="pt-BR" sz="504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aptista</a:t>
            </a:r>
            <a:endParaRPr b="0" i="0" sz="5045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4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11026282" y="41259278"/>
            <a:ext cx="6747900" cy="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844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Técnico em</a:t>
            </a:r>
            <a:r>
              <a:rPr b="1" lang="pt-BR" sz="2844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Desenvolvimento de Sistemas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2080392" y="17593842"/>
            <a:ext cx="24843600" cy="237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O Render Index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O Render Index é um site de indexação para pessoas que querem aprender sobre a renderização/modelagem 3D e não sabem por onde começar. No site você encontrará diversos materiais e ferramentas sobre isso.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Alguns tópicos abordados: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-Conceitos;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-Ray tracing;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-Shaders;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-Blender;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-Vulkan;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349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-OpenGL.</a:t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349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13713449" y="41832743"/>
            <a:ext cx="1759347" cy="5300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44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Dez/2026</a:t>
            </a:r>
            <a:endParaRPr/>
          </a:p>
        </p:txBody>
      </p:sp>
      <p:pic>
        <p:nvPicPr>
          <p:cNvPr id="96" name="Google Shape;96;p13" title="bo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3365" y="6896552"/>
            <a:ext cx="5953125" cy="595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87825" y="24655250"/>
            <a:ext cx="14680975" cy="773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Tema do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