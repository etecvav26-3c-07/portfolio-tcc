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3"/>
  </p:sldMasterIdLst>
  <p:notesMasterIdLst>
    <p:notesMasterId r:id="rId4"/>
  </p:notesMasterIdLst>
  <p:sldIdLst>
    <p:sldId id="256" r:id="rId5"/>
  </p:sldIdLst>
  <p:sldSz cy="7559675" cx="5327650"/>
  <p:notesSz cx="6858000" cy="9144000"/>
  <p:embeddedFontLst>
    <p:embeddedFont>
      <p:font typeface="Arial Black"/>
      <p:regular r:id="rId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font" Target="fonts/ArialBlack-regular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de Título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type="ctrTitle"/>
          </p:nvPr>
        </p:nvSpPr>
        <p:spPr>
          <a:xfrm>
            <a:off x="399574" y="1237197"/>
            <a:ext cx="4528503" cy="26318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96"/>
              <a:buFont typeface="Calibri"/>
              <a:buNone/>
              <a:defRPr sz="3496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665956" y="3970580"/>
            <a:ext cx="3995738" cy="18251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583"/>
              </a:spcBef>
              <a:spcAft>
                <a:spcPts val="0"/>
              </a:spcAft>
              <a:buClr>
                <a:schemeClr val="dk1"/>
              </a:buClr>
              <a:buSzPts val="1398"/>
              <a:buNone/>
              <a:defRPr sz="1398"/>
            </a:lvl1pPr>
            <a:lvl2pPr lvl="1" algn="ctr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165"/>
              <a:buNone/>
              <a:defRPr sz="1165"/>
            </a:lvl2pPr>
            <a:lvl3pPr lvl="2" algn="ctr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049"/>
              <a:buNone/>
              <a:defRPr sz="1049"/>
            </a:lvl3pPr>
            <a:lvl4pPr lvl="3" algn="ctr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932"/>
              <a:buNone/>
              <a:defRPr sz="932"/>
            </a:lvl4pPr>
            <a:lvl5pPr lvl="4" algn="ctr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932"/>
              <a:buNone/>
              <a:defRPr sz="932"/>
            </a:lvl5pPr>
            <a:lvl6pPr lvl="5" algn="ctr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932"/>
              <a:buNone/>
              <a:defRPr sz="932"/>
            </a:lvl6pPr>
            <a:lvl7pPr lvl="6" algn="ctr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932"/>
              <a:buNone/>
              <a:defRPr sz="932"/>
            </a:lvl7pPr>
            <a:lvl8pPr lvl="7" algn="ctr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932"/>
              <a:buNone/>
              <a:defRPr sz="932"/>
            </a:lvl8pPr>
            <a:lvl9pPr lvl="8" algn="ctr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932"/>
              <a:buNone/>
              <a:defRPr sz="932"/>
            </a:lvl9pPr>
          </a:lstStyle>
          <a:p/>
        </p:txBody>
      </p:sp>
      <p:sp>
        <p:nvSpPr>
          <p:cNvPr id="14" name="Google Shape;14;p2"/>
          <p:cNvSpPr txBox="1"/>
          <p:nvPr>
            <p:ph idx="10" type="dt"/>
          </p:nvPr>
        </p:nvSpPr>
        <p:spPr>
          <a:xfrm>
            <a:off x="366276" y="7006700"/>
            <a:ext cx="1198721" cy="40248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2"/>
          <p:cNvSpPr txBox="1"/>
          <p:nvPr>
            <p:ph idx="11" type="ftr"/>
          </p:nvPr>
        </p:nvSpPr>
        <p:spPr>
          <a:xfrm>
            <a:off x="1764784" y="7006700"/>
            <a:ext cx="1798082" cy="40248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2"/>
          <p:cNvSpPr txBox="1"/>
          <p:nvPr>
            <p:ph idx="12" type="sldNum"/>
          </p:nvPr>
        </p:nvSpPr>
        <p:spPr>
          <a:xfrm>
            <a:off x="3762653" y="7006700"/>
            <a:ext cx="1198721" cy="40248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Conteúdo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 txBox="1"/>
          <p:nvPr>
            <p:ph type="title"/>
          </p:nvPr>
        </p:nvSpPr>
        <p:spPr>
          <a:xfrm>
            <a:off x="366276" y="402484"/>
            <a:ext cx="4595098" cy="14611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" type="body"/>
          </p:nvPr>
        </p:nvSpPr>
        <p:spPr>
          <a:xfrm>
            <a:off x="366276" y="2012414"/>
            <a:ext cx="4595098" cy="47965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583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0" type="dt"/>
          </p:nvPr>
        </p:nvSpPr>
        <p:spPr>
          <a:xfrm>
            <a:off x="366276" y="7006700"/>
            <a:ext cx="1198721" cy="40248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3"/>
          <p:cNvSpPr txBox="1"/>
          <p:nvPr>
            <p:ph idx="11" type="ftr"/>
          </p:nvPr>
        </p:nvSpPr>
        <p:spPr>
          <a:xfrm>
            <a:off x="1764784" y="7006700"/>
            <a:ext cx="1798082" cy="40248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3762653" y="7006700"/>
            <a:ext cx="1198721" cy="40248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beçalho da Seção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 txBox="1"/>
          <p:nvPr>
            <p:ph type="title"/>
          </p:nvPr>
        </p:nvSpPr>
        <p:spPr>
          <a:xfrm>
            <a:off x="363501" y="1884671"/>
            <a:ext cx="4595098" cy="314461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96"/>
              <a:buFont typeface="Calibri"/>
              <a:buNone/>
              <a:defRPr sz="3496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" type="body"/>
          </p:nvPr>
        </p:nvSpPr>
        <p:spPr>
          <a:xfrm>
            <a:off x="363501" y="5059035"/>
            <a:ext cx="4595098" cy="16536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583"/>
              </a:spcBef>
              <a:spcAft>
                <a:spcPts val="0"/>
              </a:spcAft>
              <a:buClr>
                <a:schemeClr val="dk1"/>
              </a:buClr>
              <a:buSzPts val="1398"/>
              <a:buNone/>
              <a:defRPr sz="1398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rgbClr val="888888"/>
              </a:buClr>
              <a:buSzPts val="1165"/>
              <a:buNone/>
              <a:defRPr sz="1165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rgbClr val="888888"/>
              </a:buClr>
              <a:buSzPts val="1049"/>
              <a:buNone/>
              <a:defRPr sz="1049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rgbClr val="888888"/>
              </a:buClr>
              <a:buSzPts val="932"/>
              <a:buNone/>
              <a:defRPr sz="932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rgbClr val="888888"/>
              </a:buClr>
              <a:buSzPts val="932"/>
              <a:buNone/>
              <a:defRPr sz="932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rgbClr val="888888"/>
              </a:buClr>
              <a:buSzPts val="932"/>
              <a:buNone/>
              <a:defRPr sz="932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rgbClr val="888888"/>
              </a:buClr>
              <a:buSzPts val="932"/>
              <a:buNone/>
              <a:defRPr sz="932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rgbClr val="888888"/>
              </a:buClr>
              <a:buSzPts val="932"/>
              <a:buNone/>
              <a:defRPr sz="932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rgbClr val="888888"/>
              </a:buClr>
              <a:buSzPts val="932"/>
              <a:buNone/>
              <a:defRPr sz="932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Google Shape;26;p4"/>
          <p:cNvSpPr txBox="1"/>
          <p:nvPr>
            <p:ph idx="10" type="dt"/>
          </p:nvPr>
        </p:nvSpPr>
        <p:spPr>
          <a:xfrm>
            <a:off x="366276" y="7006700"/>
            <a:ext cx="1198721" cy="40248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4"/>
          <p:cNvSpPr txBox="1"/>
          <p:nvPr>
            <p:ph idx="11" type="ftr"/>
          </p:nvPr>
        </p:nvSpPr>
        <p:spPr>
          <a:xfrm>
            <a:off x="1764784" y="7006700"/>
            <a:ext cx="1798082" cy="40248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4"/>
          <p:cNvSpPr txBox="1"/>
          <p:nvPr>
            <p:ph idx="12" type="sldNum"/>
          </p:nvPr>
        </p:nvSpPr>
        <p:spPr>
          <a:xfrm>
            <a:off x="3762653" y="7006700"/>
            <a:ext cx="1198721" cy="40248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uas Partes de Conteúdo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5"/>
          <p:cNvSpPr txBox="1"/>
          <p:nvPr>
            <p:ph type="title"/>
          </p:nvPr>
        </p:nvSpPr>
        <p:spPr>
          <a:xfrm>
            <a:off x="366276" y="402484"/>
            <a:ext cx="4595098" cy="14611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66276" y="2012414"/>
            <a:ext cx="2264251" cy="47965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583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2" type="body"/>
          </p:nvPr>
        </p:nvSpPr>
        <p:spPr>
          <a:xfrm>
            <a:off x="2697123" y="2012414"/>
            <a:ext cx="2264251" cy="47965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583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10" type="dt"/>
          </p:nvPr>
        </p:nvSpPr>
        <p:spPr>
          <a:xfrm>
            <a:off x="366276" y="7006700"/>
            <a:ext cx="1198721" cy="40248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5"/>
          <p:cNvSpPr txBox="1"/>
          <p:nvPr>
            <p:ph idx="11" type="ftr"/>
          </p:nvPr>
        </p:nvSpPr>
        <p:spPr>
          <a:xfrm>
            <a:off x="1764784" y="7006700"/>
            <a:ext cx="1798082" cy="40248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5"/>
          <p:cNvSpPr txBox="1"/>
          <p:nvPr>
            <p:ph idx="12" type="sldNum"/>
          </p:nvPr>
        </p:nvSpPr>
        <p:spPr>
          <a:xfrm>
            <a:off x="3762653" y="7006700"/>
            <a:ext cx="1198721" cy="40248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ção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6"/>
          <p:cNvSpPr txBox="1"/>
          <p:nvPr>
            <p:ph type="title"/>
          </p:nvPr>
        </p:nvSpPr>
        <p:spPr>
          <a:xfrm>
            <a:off x="366970" y="402484"/>
            <a:ext cx="4595098" cy="14611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" type="body"/>
          </p:nvPr>
        </p:nvSpPr>
        <p:spPr>
          <a:xfrm>
            <a:off x="366971" y="1853171"/>
            <a:ext cx="2253845" cy="90821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583"/>
              </a:spcBef>
              <a:spcAft>
                <a:spcPts val="0"/>
              </a:spcAft>
              <a:buClr>
                <a:schemeClr val="dk1"/>
              </a:buClr>
              <a:buSzPts val="1398"/>
              <a:buNone/>
              <a:defRPr b="1" sz="1398"/>
            </a:lvl1pPr>
            <a:lvl2pPr indent="-228600" lvl="1" marL="9144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165"/>
              <a:buNone/>
              <a:defRPr b="1" sz="1165"/>
            </a:lvl2pPr>
            <a:lvl3pPr indent="-228600" lvl="2" marL="13716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049"/>
              <a:buNone/>
              <a:defRPr b="1" sz="1049"/>
            </a:lvl3pPr>
            <a:lvl4pPr indent="-228600" lvl="3" marL="18288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932"/>
              <a:buNone/>
              <a:defRPr b="1" sz="932"/>
            </a:lvl4pPr>
            <a:lvl5pPr indent="-228600" lvl="4" marL="22860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932"/>
              <a:buNone/>
              <a:defRPr b="1" sz="932"/>
            </a:lvl5pPr>
            <a:lvl6pPr indent="-228600" lvl="5" marL="27432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932"/>
              <a:buNone/>
              <a:defRPr b="1" sz="932"/>
            </a:lvl6pPr>
            <a:lvl7pPr indent="-228600" lvl="6" marL="32004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932"/>
              <a:buNone/>
              <a:defRPr b="1" sz="932"/>
            </a:lvl7pPr>
            <a:lvl8pPr indent="-228600" lvl="7" marL="36576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932"/>
              <a:buNone/>
              <a:defRPr b="1" sz="932"/>
            </a:lvl8pPr>
            <a:lvl9pPr indent="-228600" lvl="8" marL="41148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932"/>
              <a:buNone/>
              <a:defRPr b="1" sz="932"/>
            </a:lvl9pPr>
          </a:lstStyle>
          <a:p/>
        </p:txBody>
      </p:sp>
      <p:sp>
        <p:nvSpPr>
          <p:cNvPr id="39" name="Google Shape;39;p6"/>
          <p:cNvSpPr txBox="1"/>
          <p:nvPr>
            <p:ph idx="2" type="body"/>
          </p:nvPr>
        </p:nvSpPr>
        <p:spPr>
          <a:xfrm>
            <a:off x="366971" y="2761381"/>
            <a:ext cx="2253845" cy="406157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583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6"/>
          <p:cNvSpPr txBox="1"/>
          <p:nvPr>
            <p:ph idx="3" type="body"/>
          </p:nvPr>
        </p:nvSpPr>
        <p:spPr>
          <a:xfrm>
            <a:off x="2697123" y="1853171"/>
            <a:ext cx="2264945" cy="90821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583"/>
              </a:spcBef>
              <a:spcAft>
                <a:spcPts val="0"/>
              </a:spcAft>
              <a:buClr>
                <a:schemeClr val="dk1"/>
              </a:buClr>
              <a:buSzPts val="1398"/>
              <a:buNone/>
              <a:defRPr b="1" sz="1398"/>
            </a:lvl1pPr>
            <a:lvl2pPr indent="-228600" lvl="1" marL="9144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165"/>
              <a:buNone/>
              <a:defRPr b="1" sz="1165"/>
            </a:lvl2pPr>
            <a:lvl3pPr indent="-228600" lvl="2" marL="13716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049"/>
              <a:buNone/>
              <a:defRPr b="1" sz="1049"/>
            </a:lvl3pPr>
            <a:lvl4pPr indent="-228600" lvl="3" marL="18288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932"/>
              <a:buNone/>
              <a:defRPr b="1" sz="932"/>
            </a:lvl4pPr>
            <a:lvl5pPr indent="-228600" lvl="4" marL="22860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932"/>
              <a:buNone/>
              <a:defRPr b="1" sz="932"/>
            </a:lvl5pPr>
            <a:lvl6pPr indent="-228600" lvl="5" marL="27432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932"/>
              <a:buNone/>
              <a:defRPr b="1" sz="932"/>
            </a:lvl6pPr>
            <a:lvl7pPr indent="-228600" lvl="6" marL="32004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932"/>
              <a:buNone/>
              <a:defRPr b="1" sz="932"/>
            </a:lvl7pPr>
            <a:lvl8pPr indent="-228600" lvl="7" marL="36576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932"/>
              <a:buNone/>
              <a:defRPr b="1" sz="932"/>
            </a:lvl8pPr>
            <a:lvl9pPr indent="-228600" lvl="8" marL="41148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932"/>
              <a:buNone/>
              <a:defRPr b="1" sz="932"/>
            </a:lvl9pPr>
          </a:lstStyle>
          <a:p/>
        </p:txBody>
      </p:sp>
      <p:sp>
        <p:nvSpPr>
          <p:cNvPr id="41" name="Google Shape;41;p6"/>
          <p:cNvSpPr txBox="1"/>
          <p:nvPr>
            <p:ph idx="4" type="body"/>
          </p:nvPr>
        </p:nvSpPr>
        <p:spPr>
          <a:xfrm>
            <a:off x="2697123" y="2761381"/>
            <a:ext cx="2264945" cy="406157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583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6"/>
          <p:cNvSpPr txBox="1"/>
          <p:nvPr>
            <p:ph idx="10" type="dt"/>
          </p:nvPr>
        </p:nvSpPr>
        <p:spPr>
          <a:xfrm>
            <a:off x="366276" y="7006700"/>
            <a:ext cx="1198721" cy="40248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6"/>
          <p:cNvSpPr txBox="1"/>
          <p:nvPr>
            <p:ph idx="11" type="ftr"/>
          </p:nvPr>
        </p:nvSpPr>
        <p:spPr>
          <a:xfrm>
            <a:off x="1764784" y="7006700"/>
            <a:ext cx="1798082" cy="40248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2" type="sldNum"/>
          </p:nvPr>
        </p:nvSpPr>
        <p:spPr>
          <a:xfrm>
            <a:off x="3762653" y="7006700"/>
            <a:ext cx="1198721" cy="40248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mente Título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 txBox="1"/>
          <p:nvPr>
            <p:ph type="title"/>
          </p:nvPr>
        </p:nvSpPr>
        <p:spPr>
          <a:xfrm>
            <a:off x="366276" y="402484"/>
            <a:ext cx="4595098" cy="14611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0" type="dt"/>
          </p:nvPr>
        </p:nvSpPr>
        <p:spPr>
          <a:xfrm>
            <a:off x="366276" y="7006700"/>
            <a:ext cx="1198721" cy="40248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1" type="ftr"/>
          </p:nvPr>
        </p:nvSpPr>
        <p:spPr>
          <a:xfrm>
            <a:off x="1764784" y="7006700"/>
            <a:ext cx="1798082" cy="40248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7"/>
          <p:cNvSpPr txBox="1"/>
          <p:nvPr>
            <p:ph idx="12" type="sldNum"/>
          </p:nvPr>
        </p:nvSpPr>
        <p:spPr>
          <a:xfrm>
            <a:off x="3762653" y="7006700"/>
            <a:ext cx="1198721" cy="40248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 branco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idx="10" type="dt"/>
          </p:nvPr>
        </p:nvSpPr>
        <p:spPr>
          <a:xfrm>
            <a:off x="366276" y="7006700"/>
            <a:ext cx="1198721" cy="40248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1764784" y="7006700"/>
            <a:ext cx="1798082" cy="40248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3762653" y="7006700"/>
            <a:ext cx="1198721" cy="40248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údo com Legenda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366970" y="503978"/>
            <a:ext cx="1718306" cy="176392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64"/>
              <a:buFont typeface="Calibri"/>
              <a:buNone/>
              <a:defRPr sz="1864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2264945" y="1088455"/>
            <a:ext cx="2697123" cy="53722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6964" lvl="0" marL="457200" algn="l">
              <a:lnSpc>
                <a:spcPct val="90000"/>
              </a:lnSpc>
              <a:spcBef>
                <a:spcPts val="583"/>
              </a:spcBef>
              <a:spcAft>
                <a:spcPts val="0"/>
              </a:spcAft>
              <a:buClr>
                <a:schemeClr val="dk1"/>
              </a:buClr>
              <a:buSzPts val="1864"/>
              <a:buChar char="•"/>
              <a:defRPr sz="1864"/>
            </a:lvl1pPr>
            <a:lvl2pPr indent="-332168" lvl="1" marL="9144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631"/>
              <a:buChar char="•"/>
              <a:defRPr sz="1631"/>
            </a:lvl2pPr>
            <a:lvl3pPr indent="-317373" lvl="2" marL="13716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398"/>
              <a:buChar char="•"/>
              <a:defRPr sz="1398"/>
            </a:lvl3pPr>
            <a:lvl4pPr indent="-302577" lvl="3" marL="18288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165"/>
              <a:buChar char="•"/>
              <a:defRPr sz="1165"/>
            </a:lvl4pPr>
            <a:lvl5pPr indent="-302577" lvl="4" marL="22860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165"/>
              <a:buChar char="•"/>
              <a:defRPr sz="1165"/>
            </a:lvl5pPr>
            <a:lvl6pPr indent="-302577" lvl="5" marL="27432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165"/>
              <a:buChar char="•"/>
              <a:defRPr sz="1165"/>
            </a:lvl6pPr>
            <a:lvl7pPr indent="-302577" lvl="6" marL="32004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165"/>
              <a:buChar char="•"/>
              <a:defRPr sz="1165"/>
            </a:lvl7pPr>
            <a:lvl8pPr indent="-302578" lvl="7" marL="36576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165"/>
              <a:buChar char="•"/>
              <a:defRPr sz="1165"/>
            </a:lvl8pPr>
            <a:lvl9pPr indent="-302578" lvl="8" marL="41148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165"/>
              <a:buChar char="•"/>
              <a:defRPr sz="1165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366970" y="2267902"/>
            <a:ext cx="1718306" cy="420157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583"/>
              </a:spcBef>
              <a:spcAft>
                <a:spcPts val="0"/>
              </a:spcAft>
              <a:buClr>
                <a:schemeClr val="dk1"/>
              </a:buClr>
              <a:buSzPts val="932"/>
              <a:buNone/>
              <a:defRPr sz="932"/>
            </a:lvl1pPr>
            <a:lvl2pPr indent="-228600" lvl="1" marL="9144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816"/>
              <a:buNone/>
              <a:defRPr sz="816"/>
            </a:lvl2pPr>
            <a:lvl3pPr indent="-228600" lvl="2" marL="13716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699"/>
              <a:buNone/>
              <a:defRPr sz="699"/>
            </a:lvl3pPr>
            <a:lvl4pPr indent="-228600" lvl="3" marL="18288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583"/>
              <a:buNone/>
              <a:defRPr sz="583"/>
            </a:lvl4pPr>
            <a:lvl5pPr indent="-228600" lvl="4" marL="22860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583"/>
              <a:buNone/>
              <a:defRPr sz="583"/>
            </a:lvl5pPr>
            <a:lvl6pPr indent="-228600" lvl="5" marL="27432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583"/>
              <a:buNone/>
              <a:defRPr sz="583"/>
            </a:lvl6pPr>
            <a:lvl7pPr indent="-228600" lvl="6" marL="32004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583"/>
              <a:buNone/>
              <a:defRPr sz="583"/>
            </a:lvl7pPr>
            <a:lvl8pPr indent="-228600" lvl="7" marL="36576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583"/>
              <a:buNone/>
              <a:defRPr sz="583"/>
            </a:lvl8pPr>
            <a:lvl9pPr indent="-228600" lvl="8" marL="41148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583"/>
              <a:buNone/>
              <a:defRPr sz="583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366276" y="7006700"/>
            <a:ext cx="1198721" cy="40248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1764784" y="7006700"/>
            <a:ext cx="1798082" cy="40248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3762653" y="7006700"/>
            <a:ext cx="1198721" cy="40248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m com Legenda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366970" y="503978"/>
            <a:ext cx="1718306" cy="176392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64"/>
              <a:buFont typeface="Calibri"/>
              <a:buNone/>
              <a:defRPr sz="1864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2264945" y="1088455"/>
            <a:ext cx="2697123" cy="537226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366970" y="2267902"/>
            <a:ext cx="1718306" cy="420157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583"/>
              </a:spcBef>
              <a:spcAft>
                <a:spcPts val="0"/>
              </a:spcAft>
              <a:buClr>
                <a:schemeClr val="dk1"/>
              </a:buClr>
              <a:buSzPts val="932"/>
              <a:buNone/>
              <a:defRPr sz="932"/>
            </a:lvl1pPr>
            <a:lvl2pPr indent="-228600" lvl="1" marL="9144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816"/>
              <a:buNone/>
              <a:defRPr sz="816"/>
            </a:lvl2pPr>
            <a:lvl3pPr indent="-228600" lvl="2" marL="13716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699"/>
              <a:buNone/>
              <a:defRPr sz="699"/>
            </a:lvl3pPr>
            <a:lvl4pPr indent="-228600" lvl="3" marL="18288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583"/>
              <a:buNone/>
              <a:defRPr sz="583"/>
            </a:lvl4pPr>
            <a:lvl5pPr indent="-228600" lvl="4" marL="22860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583"/>
              <a:buNone/>
              <a:defRPr sz="583"/>
            </a:lvl5pPr>
            <a:lvl6pPr indent="-228600" lvl="5" marL="27432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583"/>
              <a:buNone/>
              <a:defRPr sz="583"/>
            </a:lvl6pPr>
            <a:lvl7pPr indent="-228600" lvl="6" marL="32004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583"/>
              <a:buNone/>
              <a:defRPr sz="583"/>
            </a:lvl7pPr>
            <a:lvl8pPr indent="-228600" lvl="7" marL="36576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583"/>
              <a:buNone/>
              <a:defRPr sz="583"/>
            </a:lvl8pPr>
            <a:lvl9pPr indent="-228600" lvl="8" marL="41148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583"/>
              <a:buNone/>
              <a:defRPr sz="583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366276" y="7006700"/>
            <a:ext cx="1198721" cy="40248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1764784" y="7006700"/>
            <a:ext cx="1798082" cy="40248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3762653" y="7006700"/>
            <a:ext cx="1198721" cy="40248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Texto Vertical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366276" y="402484"/>
            <a:ext cx="4595098" cy="14611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65553" y="2113137"/>
            <a:ext cx="4796544" cy="45950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583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366276" y="7006700"/>
            <a:ext cx="1198721" cy="40248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1764784" y="7006700"/>
            <a:ext cx="1798082" cy="40248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3762653" y="7006700"/>
            <a:ext cx="1198721" cy="40248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o e Título Vertical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1183750" y="3031333"/>
            <a:ext cx="6406475" cy="1148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-1147097" y="1915857"/>
            <a:ext cx="6406475" cy="33797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583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366276" y="7006700"/>
            <a:ext cx="1198721" cy="40248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1764784" y="7006700"/>
            <a:ext cx="1798082" cy="40248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3762653" y="7006700"/>
            <a:ext cx="1198721" cy="40248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66276" y="402484"/>
            <a:ext cx="4595098" cy="14611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63"/>
              <a:buFont typeface="Calibri"/>
              <a:buNone/>
              <a:defRPr b="0" i="0" sz="256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66276" y="2012414"/>
            <a:ext cx="4595098" cy="47965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32168" lvl="0" marL="457200" marR="0" rtl="0" algn="l">
              <a:lnSpc>
                <a:spcPct val="90000"/>
              </a:lnSpc>
              <a:spcBef>
                <a:spcPts val="583"/>
              </a:spcBef>
              <a:spcAft>
                <a:spcPts val="0"/>
              </a:spcAft>
              <a:buClr>
                <a:schemeClr val="dk1"/>
              </a:buClr>
              <a:buSzPts val="1631"/>
              <a:buFont typeface="Arial"/>
              <a:buChar char="•"/>
              <a:defRPr b="0" i="0" sz="1631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17373" lvl="1" marL="914400" marR="0" rtl="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398"/>
              <a:buFont typeface="Arial"/>
              <a:buChar char="•"/>
              <a:defRPr b="0" i="0" sz="139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02577" lvl="2" marL="1371600" marR="0" rtl="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165"/>
              <a:buFont typeface="Arial"/>
              <a:buChar char="•"/>
              <a:defRPr b="0" i="0" sz="1165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95212" lvl="3" marL="1828800" marR="0" rtl="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049"/>
              <a:buFont typeface="Arial"/>
              <a:buChar char="•"/>
              <a:defRPr b="0" i="0" sz="104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95211" lvl="4" marL="2286000" marR="0" rtl="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049"/>
              <a:buFont typeface="Arial"/>
              <a:buChar char="•"/>
              <a:defRPr b="0" i="0" sz="104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95211" lvl="5" marL="2743200" marR="0" rtl="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049"/>
              <a:buFont typeface="Arial"/>
              <a:buChar char="•"/>
              <a:defRPr b="0" i="0" sz="104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95211" lvl="6" marL="3200400" marR="0" rtl="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049"/>
              <a:buFont typeface="Arial"/>
              <a:buChar char="•"/>
              <a:defRPr b="0" i="0" sz="104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95211" lvl="7" marL="3657600" marR="0" rtl="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049"/>
              <a:buFont typeface="Arial"/>
              <a:buChar char="•"/>
              <a:defRPr b="0" i="0" sz="104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95211" lvl="8" marL="4114800" marR="0" rtl="0" algn="l">
              <a:lnSpc>
                <a:spcPct val="90000"/>
              </a:lnSpc>
              <a:spcBef>
                <a:spcPts val="291"/>
              </a:spcBef>
              <a:spcAft>
                <a:spcPts val="0"/>
              </a:spcAft>
              <a:buClr>
                <a:schemeClr val="dk1"/>
              </a:buClr>
              <a:buSzPts val="1049"/>
              <a:buFont typeface="Arial"/>
              <a:buChar char="•"/>
              <a:defRPr b="0" i="0" sz="104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366276" y="7006700"/>
            <a:ext cx="1198721" cy="40248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99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1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1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1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1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1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1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1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1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1764784" y="7006700"/>
            <a:ext cx="1798082" cy="40248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99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1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1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1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1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1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1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1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1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3762653" y="7006700"/>
            <a:ext cx="1198721" cy="40248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699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699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699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699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699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699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699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699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699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240905" y="575945"/>
            <a:ext cx="4698921" cy="6001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1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RENDER INDEX</a:t>
            </a:r>
            <a:endParaRPr b="1" sz="11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5" name="Google Shape;85;p13"/>
          <p:cNvSpPr/>
          <p:nvPr/>
        </p:nvSpPr>
        <p:spPr>
          <a:xfrm>
            <a:off x="220607" y="1759862"/>
            <a:ext cx="1944567" cy="1440705"/>
          </a:xfrm>
          <a:prstGeom prst="star5">
            <a:avLst>
              <a:gd fmla="val 19098" name="adj"/>
              <a:gd fmla="val 105146" name="hf"/>
              <a:gd fmla="val 110557" name="vf"/>
            </a:avLst>
          </a:prstGeom>
          <a:solidFill>
            <a:schemeClr val="lt1"/>
          </a:solidFill>
          <a:ln cap="flat" cmpd="sng" w="12700">
            <a:solidFill>
              <a:schemeClr val="l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555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LOGO DO PROJETO (SE HOUVER)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3002532" y="1528300"/>
            <a:ext cx="1137300" cy="8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7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FERNANDO DOS SANTOS BRAZ</a:t>
            </a:r>
            <a:endParaRPr b="1" sz="7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7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GUSTAVO HENRIQUE DA SILVA ALVES</a:t>
            </a:r>
            <a:endParaRPr b="1" sz="7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7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GUSTAVO MÜLLER SANTOS</a:t>
            </a:r>
            <a:endParaRPr b="1" sz="7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7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3013613" y="2632206"/>
            <a:ext cx="11151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Orientador(es): Prof. </a:t>
            </a:r>
            <a:endParaRPr sz="5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Ronildo Aparecido Ferreira</a:t>
            </a:r>
            <a:endParaRPr sz="5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e </a:t>
            </a:r>
            <a:endParaRPr sz="5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Prof. Luciana Ferreira Baptista</a:t>
            </a:r>
            <a:endParaRPr sz="5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5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8" name="Google Shape;88;p13"/>
          <p:cNvSpPr txBox="1"/>
          <p:nvPr/>
        </p:nvSpPr>
        <p:spPr>
          <a:xfrm>
            <a:off x="59240" y="3534299"/>
            <a:ext cx="5062200" cy="338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1"/>
                </a:solidFill>
                <a:latin typeface="Arial Black"/>
                <a:ea typeface="Arial Black"/>
                <a:cs typeface="Arial Black"/>
                <a:sym typeface="Arial Black"/>
              </a:rPr>
              <a:t>O Render Index</a:t>
            </a:r>
            <a:endParaRPr sz="1100">
              <a:solidFill>
                <a:schemeClr val="dk1"/>
              </a:solidFill>
              <a:latin typeface="Arial Black"/>
              <a:ea typeface="Arial Black"/>
              <a:cs typeface="Arial Black"/>
              <a:sym typeface="Arial Black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chemeClr val="dk1"/>
              </a:solidFill>
              <a:latin typeface="Arial Black"/>
              <a:ea typeface="Arial Black"/>
              <a:cs typeface="Arial Black"/>
              <a:sym typeface="Arial Black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>
                <a:solidFill>
                  <a:schemeClr val="dk1"/>
                </a:solidFill>
                <a:latin typeface="Arial Black"/>
                <a:ea typeface="Arial Black"/>
                <a:cs typeface="Arial Black"/>
                <a:sym typeface="Arial Black"/>
              </a:rPr>
              <a:t>O Render Index é um site de indexação para pessoas que querem aprender sobre a renderização/modelagem 3D e não sabem por onde começar. No site você encontrará diversos materiais e ferramentas sobre isso.</a:t>
            </a:r>
            <a:endParaRPr sz="800">
              <a:solidFill>
                <a:schemeClr val="dk1"/>
              </a:solidFill>
              <a:latin typeface="Arial Black"/>
              <a:ea typeface="Arial Black"/>
              <a:cs typeface="Arial Black"/>
              <a:sym typeface="Arial Black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chemeClr val="dk1"/>
              </a:solidFill>
              <a:latin typeface="Arial Black"/>
              <a:ea typeface="Arial Black"/>
              <a:cs typeface="Arial Black"/>
              <a:sym typeface="Arial Black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chemeClr val="dk1"/>
              </a:solidFill>
              <a:latin typeface="Arial Black"/>
              <a:ea typeface="Arial Black"/>
              <a:cs typeface="Arial Black"/>
              <a:sym typeface="Arial Black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chemeClr val="dk1"/>
              </a:solidFill>
              <a:latin typeface="Arial Black"/>
              <a:ea typeface="Arial Black"/>
              <a:cs typeface="Arial Black"/>
              <a:sym typeface="Arial Black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chemeClr val="dk1"/>
              </a:solidFill>
              <a:latin typeface="Arial Black"/>
              <a:ea typeface="Arial Black"/>
              <a:cs typeface="Arial Black"/>
              <a:sym typeface="Arial Black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chemeClr val="dk1"/>
              </a:solidFill>
              <a:latin typeface="Arial Black"/>
              <a:ea typeface="Arial Black"/>
              <a:cs typeface="Arial Black"/>
              <a:sym typeface="Arial Black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chemeClr val="dk1"/>
              </a:solidFill>
              <a:latin typeface="Arial Black"/>
              <a:ea typeface="Arial Black"/>
              <a:cs typeface="Arial Black"/>
              <a:sym typeface="Arial Black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chemeClr val="dk1"/>
              </a:solidFill>
              <a:latin typeface="Arial Black"/>
              <a:ea typeface="Arial Black"/>
              <a:cs typeface="Arial Black"/>
              <a:sym typeface="Arial Black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chemeClr val="dk1"/>
              </a:solidFill>
              <a:latin typeface="Arial Black"/>
              <a:ea typeface="Arial Black"/>
              <a:cs typeface="Arial Black"/>
              <a:sym typeface="Arial Black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chemeClr val="dk1"/>
              </a:solidFill>
              <a:latin typeface="Arial Black"/>
              <a:ea typeface="Arial Black"/>
              <a:cs typeface="Arial Black"/>
              <a:sym typeface="Arial Black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chemeClr val="dk1"/>
              </a:solidFill>
              <a:latin typeface="Arial Black"/>
              <a:ea typeface="Arial Black"/>
              <a:cs typeface="Arial Black"/>
              <a:sym typeface="Arial Black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chemeClr val="dk1"/>
              </a:solidFill>
              <a:latin typeface="Arial Black"/>
              <a:ea typeface="Arial Black"/>
              <a:cs typeface="Arial Black"/>
              <a:sym typeface="Arial Black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chemeClr val="dk1"/>
              </a:solidFill>
              <a:latin typeface="Arial Black"/>
              <a:ea typeface="Arial Black"/>
              <a:cs typeface="Arial Black"/>
              <a:sym typeface="Arial Black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chemeClr val="dk1"/>
              </a:solidFill>
              <a:latin typeface="Arial Black"/>
              <a:ea typeface="Arial Black"/>
              <a:cs typeface="Arial Black"/>
              <a:sym typeface="Arial Black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1"/>
                </a:solidFill>
                <a:latin typeface="Arial Black"/>
                <a:ea typeface="Arial Black"/>
                <a:cs typeface="Arial Black"/>
                <a:sym typeface="Arial Black"/>
              </a:rPr>
              <a:t>Alguns tópicos abordados:</a:t>
            </a:r>
            <a:endParaRPr sz="1100">
              <a:solidFill>
                <a:schemeClr val="dk1"/>
              </a:solidFill>
              <a:latin typeface="Arial Black"/>
              <a:ea typeface="Arial Black"/>
              <a:cs typeface="Arial Black"/>
              <a:sym typeface="Arial Black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>
                <a:solidFill>
                  <a:schemeClr val="dk1"/>
                </a:solidFill>
                <a:latin typeface="Arial Black"/>
                <a:ea typeface="Arial Black"/>
                <a:cs typeface="Arial Black"/>
                <a:sym typeface="Arial Black"/>
              </a:rPr>
              <a:t>-Conceitos;</a:t>
            </a:r>
            <a:endParaRPr sz="800">
              <a:solidFill>
                <a:schemeClr val="dk1"/>
              </a:solidFill>
              <a:latin typeface="Arial Black"/>
              <a:ea typeface="Arial Black"/>
              <a:cs typeface="Arial Black"/>
              <a:sym typeface="Arial Black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>
                <a:solidFill>
                  <a:schemeClr val="dk1"/>
                </a:solidFill>
                <a:latin typeface="Arial Black"/>
                <a:ea typeface="Arial Black"/>
                <a:cs typeface="Arial Black"/>
                <a:sym typeface="Arial Black"/>
              </a:rPr>
              <a:t>-Ray tracing;</a:t>
            </a:r>
            <a:endParaRPr sz="800">
              <a:solidFill>
                <a:schemeClr val="dk1"/>
              </a:solidFill>
              <a:latin typeface="Arial Black"/>
              <a:ea typeface="Arial Black"/>
              <a:cs typeface="Arial Black"/>
              <a:sym typeface="Arial Black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>
                <a:solidFill>
                  <a:schemeClr val="dk1"/>
                </a:solidFill>
                <a:latin typeface="Arial Black"/>
                <a:ea typeface="Arial Black"/>
                <a:cs typeface="Arial Black"/>
                <a:sym typeface="Arial Black"/>
              </a:rPr>
              <a:t>-Shaders;</a:t>
            </a:r>
            <a:endParaRPr sz="800">
              <a:solidFill>
                <a:schemeClr val="dk1"/>
              </a:solidFill>
              <a:latin typeface="Arial Black"/>
              <a:ea typeface="Arial Black"/>
              <a:cs typeface="Arial Black"/>
              <a:sym typeface="Arial Black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>
                <a:solidFill>
                  <a:schemeClr val="dk1"/>
                </a:solidFill>
                <a:latin typeface="Arial Black"/>
                <a:ea typeface="Arial Black"/>
                <a:cs typeface="Arial Black"/>
                <a:sym typeface="Arial Black"/>
              </a:rPr>
              <a:t>-Blender;</a:t>
            </a:r>
            <a:endParaRPr sz="800">
              <a:solidFill>
                <a:schemeClr val="dk1"/>
              </a:solidFill>
              <a:latin typeface="Arial Black"/>
              <a:ea typeface="Arial Black"/>
              <a:cs typeface="Arial Black"/>
              <a:sym typeface="Arial Black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>
                <a:solidFill>
                  <a:schemeClr val="dk1"/>
                </a:solidFill>
                <a:latin typeface="Arial Black"/>
                <a:ea typeface="Arial Black"/>
                <a:cs typeface="Arial Black"/>
                <a:sym typeface="Arial Black"/>
              </a:rPr>
              <a:t>-Vulkan;</a:t>
            </a:r>
            <a:endParaRPr sz="800">
              <a:solidFill>
                <a:schemeClr val="dk1"/>
              </a:solidFill>
              <a:latin typeface="Arial Black"/>
              <a:ea typeface="Arial Black"/>
              <a:cs typeface="Arial Black"/>
              <a:sym typeface="Arial Black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>
                <a:solidFill>
                  <a:schemeClr val="dk1"/>
                </a:solidFill>
                <a:latin typeface="Arial Black"/>
                <a:ea typeface="Arial Black"/>
                <a:cs typeface="Arial Black"/>
                <a:sym typeface="Arial Black"/>
              </a:rPr>
              <a:t>-OpenGL.</a:t>
            </a:r>
            <a:endParaRPr sz="800">
              <a:solidFill>
                <a:schemeClr val="dk1"/>
              </a:solidFill>
              <a:latin typeface="Arial Black"/>
              <a:ea typeface="Arial Black"/>
              <a:cs typeface="Arial Black"/>
              <a:sym typeface="Arial Black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sz="800">
              <a:solidFill>
                <a:schemeClr val="dk1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240" y="7133825"/>
            <a:ext cx="5208595" cy="348482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3"/>
          <p:cNvSpPr txBox="1"/>
          <p:nvPr/>
        </p:nvSpPr>
        <p:spPr>
          <a:xfrm>
            <a:off x="1560707" y="7185486"/>
            <a:ext cx="16443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Técnico em Desenvolvimento de Sistemas</a:t>
            </a:r>
            <a:endParaRPr b="1" sz="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1" name="Google Shape;91;p13"/>
          <p:cNvSpPr txBox="1"/>
          <p:nvPr/>
        </p:nvSpPr>
        <p:spPr>
          <a:xfrm>
            <a:off x="2165174" y="7296526"/>
            <a:ext cx="435308" cy="1692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Dez/2026</a:t>
            </a:r>
            <a:endParaRPr/>
          </a:p>
        </p:txBody>
      </p:sp>
      <p:pic>
        <p:nvPicPr>
          <p:cNvPr id="92" name="Google Shape;92;p13" title="box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63100" y="1421815"/>
            <a:ext cx="1059575" cy="1059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61540" y="4348922"/>
            <a:ext cx="2600475" cy="13692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o Office">
  <a:themeElements>
    <a:clrScheme name="Tema do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