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</p:sldIdLst>
  <p:sldSz cy="7559675" cx="5327650"/>
  <p:notesSz cx="6858000" cy="9144000"/>
  <p:embeddedFontLst>
    <p:embeddedFont>
      <p:font typeface="Arial Black"/>
      <p:regular r:id="rId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font" Target="fonts/ArialBlack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399574" y="1237197"/>
            <a:ext cx="4528503" cy="26318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96"/>
              <a:buFont typeface="Calibri"/>
              <a:buNone/>
              <a:defRPr sz="3496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665956" y="3970580"/>
            <a:ext cx="3995738" cy="1825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83"/>
              </a:spcBef>
              <a:spcAft>
                <a:spcPts val="0"/>
              </a:spcAft>
              <a:buClr>
                <a:schemeClr val="dk1"/>
              </a:buClr>
              <a:buSzPts val="1398"/>
              <a:buNone/>
              <a:defRPr sz="1398"/>
            </a:lvl1pPr>
            <a:lvl2pPr lvl="1" algn="ctr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165"/>
              <a:buNone/>
              <a:defRPr sz="1165"/>
            </a:lvl2pPr>
            <a:lvl3pPr lvl="2" algn="ctr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049"/>
              <a:buNone/>
              <a:defRPr sz="1049"/>
            </a:lvl3pPr>
            <a:lvl4pPr lvl="3" algn="ctr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932"/>
              <a:buNone/>
              <a:defRPr sz="932"/>
            </a:lvl4pPr>
            <a:lvl5pPr lvl="4" algn="ctr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932"/>
              <a:buNone/>
              <a:defRPr sz="932"/>
            </a:lvl5pPr>
            <a:lvl6pPr lvl="5" algn="ctr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932"/>
              <a:buNone/>
              <a:defRPr sz="932"/>
            </a:lvl6pPr>
            <a:lvl7pPr lvl="6" algn="ctr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932"/>
              <a:buNone/>
              <a:defRPr sz="932"/>
            </a:lvl7pPr>
            <a:lvl8pPr lvl="7" algn="ctr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932"/>
              <a:buNone/>
              <a:defRPr sz="932"/>
            </a:lvl8pPr>
            <a:lvl9pPr lvl="8" algn="ctr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932"/>
              <a:buNone/>
              <a:defRPr sz="932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366276" y="7006700"/>
            <a:ext cx="1198721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1764784" y="7006700"/>
            <a:ext cx="1798082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3762653" y="7006700"/>
            <a:ext cx="1198721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366276" y="402484"/>
            <a:ext cx="4595098" cy="1461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366276" y="2012414"/>
            <a:ext cx="4595098" cy="4796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8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366276" y="7006700"/>
            <a:ext cx="1198721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1764784" y="7006700"/>
            <a:ext cx="1798082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3762653" y="7006700"/>
            <a:ext cx="1198721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363501" y="1884671"/>
            <a:ext cx="4595098" cy="31446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96"/>
              <a:buFont typeface="Calibri"/>
              <a:buNone/>
              <a:defRPr sz="3496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63501" y="5059035"/>
            <a:ext cx="4595098" cy="16536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83"/>
              </a:spcBef>
              <a:spcAft>
                <a:spcPts val="0"/>
              </a:spcAft>
              <a:buClr>
                <a:schemeClr val="dk1"/>
              </a:buClr>
              <a:buSzPts val="1398"/>
              <a:buNone/>
              <a:defRPr sz="1398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rgbClr val="888888"/>
              </a:buClr>
              <a:buSzPts val="1165"/>
              <a:buNone/>
              <a:defRPr sz="1165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rgbClr val="888888"/>
              </a:buClr>
              <a:buSzPts val="1049"/>
              <a:buNone/>
              <a:defRPr sz="1049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rgbClr val="888888"/>
              </a:buClr>
              <a:buSzPts val="932"/>
              <a:buNone/>
              <a:defRPr sz="932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rgbClr val="888888"/>
              </a:buClr>
              <a:buSzPts val="932"/>
              <a:buNone/>
              <a:defRPr sz="932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rgbClr val="888888"/>
              </a:buClr>
              <a:buSzPts val="932"/>
              <a:buNone/>
              <a:defRPr sz="932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rgbClr val="888888"/>
              </a:buClr>
              <a:buSzPts val="932"/>
              <a:buNone/>
              <a:defRPr sz="932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rgbClr val="888888"/>
              </a:buClr>
              <a:buSzPts val="932"/>
              <a:buNone/>
              <a:defRPr sz="932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rgbClr val="888888"/>
              </a:buClr>
              <a:buSzPts val="932"/>
              <a:buNone/>
              <a:defRPr sz="932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366276" y="7006700"/>
            <a:ext cx="1198721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1764784" y="7006700"/>
            <a:ext cx="1798082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3762653" y="7006700"/>
            <a:ext cx="1198721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366276" y="402484"/>
            <a:ext cx="4595098" cy="1461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366276" y="2012414"/>
            <a:ext cx="2264251" cy="4796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8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2697123" y="2012414"/>
            <a:ext cx="2264251" cy="4796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8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366276" y="7006700"/>
            <a:ext cx="1198721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1764784" y="7006700"/>
            <a:ext cx="1798082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3762653" y="7006700"/>
            <a:ext cx="1198721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66970" y="402484"/>
            <a:ext cx="4595098" cy="1461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366971" y="1853171"/>
            <a:ext cx="2253845" cy="9082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83"/>
              </a:spcBef>
              <a:spcAft>
                <a:spcPts val="0"/>
              </a:spcAft>
              <a:buClr>
                <a:schemeClr val="dk1"/>
              </a:buClr>
              <a:buSzPts val="1398"/>
              <a:buNone/>
              <a:defRPr b="1" sz="1398"/>
            </a:lvl1pPr>
            <a:lvl2pPr indent="-228600" lvl="1" marL="9144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165"/>
              <a:buNone/>
              <a:defRPr b="1" sz="1165"/>
            </a:lvl2pPr>
            <a:lvl3pPr indent="-228600" lvl="2" marL="13716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049"/>
              <a:buNone/>
              <a:defRPr b="1" sz="1049"/>
            </a:lvl3pPr>
            <a:lvl4pPr indent="-228600" lvl="3" marL="18288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932"/>
              <a:buNone/>
              <a:defRPr b="1" sz="932"/>
            </a:lvl4pPr>
            <a:lvl5pPr indent="-228600" lvl="4" marL="22860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932"/>
              <a:buNone/>
              <a:defRPr b="1" sz="932"/>
            </a:lvl5pPr>
            <a:lvl6pPr indent="-228600" lvl="5" marL="27432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932"/>
              <a:buNone/>
              <a:defRPr b="1" sz="932"/>
            </a:lvl6pPr>
            <a:lvl7pPr indent="-228600" lvl="6" marL="32004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932"/>
              <a:buNone/>
              <a:defRPr b="1" sz="932"/>
            </a:lvl7pPr>
            <a:lvl8pPr indent="-228600" lvl="7" marL="36576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932"/>
              <a:buNone/>
              <a:defRPr b="1" sz="932"/>
            </a:lvl8pPr>
            <a:lvl9pPr indent="-228600" lvl="8" marL="41148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932"/>
              <a:buNone/>
              <a:defRPr b="1" sz="932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366971" y="2761381"/>
            <a:ext cx="2253845" cy="4061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8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2697123" y="1853171"/>
            <a:ext cx="2264945" cy="9082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83"/>
              </a:spcBef>
              <a:spcAft>
                <a:spcPts val="0"/>
              </a:spcAft>
              <a:buClr>
                <a:schemeClr val="dk1"/>
              </a:buClr>
              <a:buSzPts val="1398"/>
              <a:buNone/>
              <a:defRPr b="1" sz="1398"/>
            </a:lvl1pPr>
            <a:lvl2pPr indent="-228600" lvl="1" marL="9144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165"/>
              <a:buNone/>
              <a:defRPr b="1" sz="1165"/>
            </a:lvl2pPr>
            <a:lvl3pPr indent="-228600" lvl="2" marL="13716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049"/>
              <a:buNone/>
              <a:defRPr b="1" sz="1049"/>
            </a:lvl3pPr>
            <a:lvl4pPr indent="-228600" lvl="3" marL="18288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932"/>
              <a:buNone/>
              <a:defRPr b="1" sz="932"/>
            </a:lvl4pPr>
            <a:lvl5pPr indent="-228600" lvl="4" marL="22860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932"/>
              <a:buNone/>
              <a:defRPr b="1" sz="932"/>
            </a:lvl5pPr>
            <a:lvl6pPr indent="-228600" lvl="5" marL="27432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932"/>
              <a:buNone/>
              <a:defRPr b="1" sz="932"/>
            </a:lvl6pPr>
            <a:lvl7pPr indent="-228600" lvl="6" marL="32004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932"/>
              <a:buNone/>
              <a:defRPr b="1" sz="932"/>
            </a:lvl7pPr>
            <a:lvl8pPr indent="-228600" lvl="7" marL="36576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932"/>
              <a:buNone/>
              <a:defRPr b="1" sz="932"/>
            </a:lvl8pPr>
            <a:lvl9pPr indent="-228600" lvl="8" marL="41148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932"/>
              <a:buNone/>
              <a:defRPr b="1" sz="932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2697123" y="2761381"/>
            <a:ext cx="2264945" cy="4061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8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366276" y="7006700"/>
            <a:ext cx="1198721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1764784" y="7006700"/>
            <a:ext cx="1798082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3762653" y="7006700"/>
            <a:ext cx="1198721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366276" y="402484"/>
            <a:ext cx="4595098" cy="1461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366276" y="7006700"/>
            <a:ext cx="1198721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1764784" y="7006700"/>
            <a:ext cx="1798082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3762653" y="7006700"/>
            <a:ext cx="1198721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366276" y="7006700"/>
            <a:ext cx="1198721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1764784" y="7006700"/>
            <a:ext cx="1798082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3762653" y="7006700"/>
            <a:ext cx="1198721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366970" y="503978"/>
            <a:ext cx="1718306" cy="17639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4"/>
              <a:buFont typeface="Calibri"/>
              <a:buNone/>
              <a:defRPr sz="186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2264945" y="1088455"/>
            <a:ext cx="2697123" cy="53722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6964" lvl="0" marL="457200" algn="l">
              <a:lnSpc>
                <a:spcPct val="90000"/>
              </a:lnSpc>
              <a:spcBef>
                <a:spcPts val="583"/>
              </a:spcBef>
              <a:spcAft>
                <a:spcPts val="0"/>
              </a:spcAft>
              <a:buClr>
                <a:schemeClr val="dk1"/>
              </a:buClr>
              <a:buSzPts val="1864"/>
              <a:buChar char="•"/>
              <a:defRPr sz="1864"/>
            </a:lvl1pPr>
            <a:lvl2pPr indent="-332168" lvl="1" marL="9144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631"/>
              <a:buChar char="•"/>
              <a:defRPr sz="1631"/>
            </a:lvl2pPr>
            <a:lvl3pPr indent="-317373" lvl="2" marL="13716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398"/>
              <a:buChar char="•"/>
              <a:defRPr sz="1398"/>
            </a:lvl3pPr>
            <a:lvl4pPr indent="-302577" lvl="3" marL="18288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165"/>
              <a:buChar char="•"/>
              <a:defRPr sz="1165"/>
            </a:lvl4pPr>
            <a:lvl5pPr indent="-302577" lvl="4" marL="22860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165"/>
              <a:buChar char="•"/>
              <a:defRPr sz="1165"/>
            </a:lvl5pPr>
            <a:lvl6pPr indent="-302577" lvl="5" marL="27432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165"/>
              <a:buChar char="•"/>
              <a:defRPr sz="1165"/>
            </a:lvl6pPr>
            <a:lvl7pPr indent="-302577" lvl="6" marL="32004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165"/>
              <a:buChar char="•"/>
              <a:defRPr sz="1165"/>
            </a:lvl7pPr>
            <a:lvl8pPr indent="-302578" lvl="7" marL="36576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165"/>
              <a:buChar char="•"/>
              <a:defRPr sz="1165"/>
            </a:lvl8pPr>
            <a:lvl9pPr indent="-302578" lvl="8" marL="41148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165"/>
              <a:buChar char="•"/>
              <a:defRPr sz="1165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366970" y="2267902"/>
            <a:ext cx="1718306" cy="42015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83"/>
              </a:spcBef>
              <a:spcAft>
                <a:spcPts val="0"/>
              </a:spcAft>
              <a:buClr>
                <a:schemeClr val="dk1"/>
              </a:buClr>
              <a:buSzPts val="932"/>
              <a:buNone/>
              <a:defRPr sz="932"/>
            </a:lvl1pPr>
            <a:lvl2pPr indent="-228600" lvl="1" marL="9144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816"/>
              <a:buNone/>
              <a:defRPr sz="816"/>
            </a:lvl2pPr>
            <a:lvl3pPr indent="-228600" lvl="2" marL="13716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699"/>
              <a:buNone/>
              <a:defRPr sz="699"/>
            </a:lvl3pPr>
            <a:lvl4pPr indent="-228600" lvl="3" marL="18288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583"/>
              <a:buNone/>
              <a:defRPr sz="583"/>
            </a:lvl4pPr>
            <a:lvl5pPr indent="-228600" lvl="4" marL="22860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583"/>
              <a:buNone/>
              <a:defRPr sz="583"/>
            </a:lvl5pPr>
            <a:lvl6pPr indent="-228600" lvl="5" marL="27432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583"/>
              <a:buNone/>
              <a:defRPr sz="583"/>
            </a:lvl6pPr>
            <a:lvl7pPr indent="-228600" lvl="6" marL="32004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583"/>
              <a:buNone/>
              <a:defRPr sz="583"/>
            </a:lvl7pPr>
            <a:lvl8pPr indent="-228600" lvl="7" marL="36576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583"/>
              <a:buNone/>
              <a:defRPr sz="583"/>
            </a:lvl8pPr>
            <a:lvl9pPr indent="-228600" lvl="8" marL="41148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583"/>
              <a:buNone/>
              <a:defRPr sz="583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366276" y="7006700"/>
            <a:ext cx="1198721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1764784" y="7006700"/>
            <a:ext cx="1798082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3762653" y="7006700"/>
            <a:ext cx="1198721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366970" y="503978"/>
            <a:ext cx="1718306" cy="17639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4"/>
              <a:buFont typeface="Calibri"/>
              <a:buNone/>
              <a:defRPr sz="186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2264945" y="1088455"/>
            <a:ext cx="2697123" cy="537226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366970" y="2267902"/>
            <a:ext cx="1718306" cy="42015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83"/>
              </a:spcBef>
              <a:spcAft>
                <a:spcPts val="0"/>
              </a:spcAft>
              <a:buClr>
                <a:schemeClr val="dk1"/>
              </a:buClr>
              <a:buSzPts val="932"/>
              <a:buNone/>
              <a:defRPr sz="932"/>
            </a:lvl1pPr>
            <a:lvl2pPr indent="-228600" lvl="1" marL="9144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816"/>
              <a:buNone/>
              <a:defRPr sz="816"/>
            </a:lvl2pPr>
            <a:lvl3pPr indent="-228600" lvl="2" marL="13716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699"/>
              <a:buNone/>
              <a:defRPr sz="699"/>
            </a:lvl3pPr>
            <a:lvl4pPr indent="-228600" lvl="3" marL="18288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583"/>
              <a:buNone/>
              <a:defRPr sz="583"/>
            </a:lvl4pPr>
            <a:lvl5pPr indent="-228600" lvl="4" marL="22860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583"/>
              <a:buNone/>
              <a:defRPr sz="583"/>
            </a:lvl5pPr>
            <a:lvl6pPr indent="-228600" lvl="5" marL="27432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583"/>
              <a:buNone/>
              <a:defRPr sz="583"/>
            </a:lvl6pPr>
            <a:lvl7pPr indent="-228600" lvl="6" marL="32004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583"/>
              <a:buNone/>
              <a:defRPr sz="583"/>
            </a:lvl7pPr>
            <a:lvl8pPr indent="-228600" lvl="7" marL="36576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583"/>
              <a:buNone/>
              <a:defRPr sz="583"/>
            </a:lvl8pPr>
            <a:lvl9pPr indent="-228600" lvl="8" marL="41148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583"/>
              <a:buNone/>
              <a:defRPr sz="583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366276" y="7006700"/>
            <a:ext cx="1198721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1764784" y="7006700"/>
            <a:ext cx="1798082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3762653" y="7006700"/>
            <a:ext cx="1198721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366276" y="402484"/>
            <a:ext cx="4595098" cy="1461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65553" y="2113137"/>
            <a:ext cx="4796544" cy="4595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8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366276" y="7006700"/>
            <a:ext cx="1198721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1764784" y="7006700"/>
            <a:ext cx="1798082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3762653" y="7006700"/>
            <a:ext cx="1198721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1183750" y="3031333"/>
            <a:ext cx="6406475" cy="1148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-1147097" y="1915857"/>
            <a:ext cx="6406475" cy="337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8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366276" y="7006700"/>
            <a:ext cx="1198721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1764784" y="7006700"/>
            <a:ext cx="1798082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3762653" y="7006700"/>
            <a:ext cx="1198721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66276" y="402484"/>
            <a:ext cx="4595098" cy="1461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63"/>
              <a:buFont typeface="Calibri"/>
              <a:buNone/>
              <a:defRPr b="0" i="0" sz="256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66276" y="2012414"/>
            <a:ext cx="4595098" cy="4796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2168" lvl="0" marL="457200" marR="0" rtl="0" algn="l">
              <a:lnSpc>
                <a:spcPct val="90000"/>
              </a:lnSpc>
              <a:spcBef>
                <a:spcPts val="583"/>
              </a:spcBef>
              <a:spcAft>
                <a:spcPts val="0"/>
              </a:spcAft>
              <a:buClr>
                <a:schemeClr val="dk1"/>
              </a:buClr>
              <a:buSzPts val="1631"/>
              <a:buFont typeface="Arial"/>
              <a:buChar char="•"/>
              <a:defRPr b="0" i="0" sz="163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373" lvl="1" marL="914400" marR="0" rtl="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398"/>
              <a:buFont typeface="Arial"/>
              <a:buChar char="•"/>
              <a:defRPr b="0" i="0" sz="13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2577" lvl="2" marL="1371600" marR="0" rtl="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165"/>
              <a:buFont typeface="Arial"/>
              <a:buChar char="•"/>
              <a:defRPr b="0" i="0" sz="116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5212" lvl="3" marL="1828800" marR="0" rtl="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049"/>
              <a:buFont typeface="Arial"/>
              <a:buChar char="•"/>
              <a:defRPr b="0" i="0" sz="104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5211" lvl="4" marL="2286000" marR="0" rtl="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049"/>
              <a:buFont typeface="Arial"/>
              <a:buChar char="•"/>
              <a:defRPr b="0" i="0" sz="104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5211" lvl="5" marL="2743200" marR="0" rtl="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049"/>
              <a:buFont typeface="Arial"/>
              <a:buChar char="•"/>
              <a:defRPr b="0" i="0" sz="104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5211" lvl="6" marL="3200400" marR="0" rtl="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049"/>
              <a:buFont typeface="Arial"/>
              <a:buChar char="•"/>
              <a:defRPr b="0" i="0" sz="104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5211" lvl="7" marL="3657600" marR="0" rtl="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049"/>
              <a:buFont typeface="Arial"/>
              <a:buChar char="•"/>
              <a:defRPr b="0" i="0" sz="104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5211" lvl="8" marL="4114800" marR="0" rtl="0" algn="l">
              <a:lnSpc>
                <a:spcPct val="90000"/>
              </a:lnSpc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049"/>
              <a:buFont typeface="Arial"/>
              <a:buChar char="•"/>
              <a:defRPr b="0" i="0" sz="104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366276" y="7006700"/>
            <a:ext cx="1198721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9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1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1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1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1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1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1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1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1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1764784" y="7006700"/>
            <a:ext cx="1798082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9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1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1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1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1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1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1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1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1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3762653" y="7006700"/>
            <a:ext cx="1198721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69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69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69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69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69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69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69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69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69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240905" y="575945"/>
            <a:ext cx="4698921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RENDER INDEX</a:t>
            </a:r>
            <a:endParaRPr b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220607" y="1759862"/>
            <a:ext cx="1944567" cy="1440705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555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LOGO DO PROJETO (SE HOUVER)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002532" y="1528300"/>
            <a:ext cx="11373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FERNANDO DOS SANTOS BRAZ</a:t>
            </a:r>
            <a:endParaRPr b="1" sz="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GUSTAVO HENRIQUE DA SILVA ALVES</a:t>
            </a:r>
            <a:endParaRPr b="1" sz="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GUSTAVO MÜLLER SANTOS</a:t>
            </a:r>
            <a:endParaRPr b="1" sz="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3013613" y="2632206"/>
            <a:ext cx="11151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Orientador(es): Prof. </a:t>
            </a:r>
            <a:endParaRPr sz="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Ronildo Aparecido Ferreira</a:t>
            </a:r>
            <a:endParaRPr sz="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 </a:t>
            </a:r>
            <a:endParaRPr sz="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Prof. Luciana Ferreira Baptista</a:t>
            </a:r>
            <a:endParaRPr sz="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9240" y="3534299"/>
            <a:ext cx="50622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O Render Index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O Render Index é um site de indexação para pessoas que querem aprender sobre a renderização/modelagem 3D e não sabem por onde começar. No site você encontrará diversos materiais e ferramentas sobre isso.</a:t>
            </a:r>
            <a:endParaRPr sz="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Alguns tópicos abordados: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-Conceitos;</a:t>
            </a:r>
            <a:endParaRPr sz="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-Ray tracing;</a:t>
            </a:r>
            <a:endParaRPr sz="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-Shaders;</a:t>
            </a:r>
            <a:endParaRPr sz="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-Blender;</a:t>
            </a:r>
            <a:endParaRPr sz="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-Vulkan;</a:t>
            </a:r>
            <a:endParaRPr sz="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-OpenGL.</a:t>
            </a:r>
            <a:endParaRPr sz="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89" name="Google Shape;8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240" y="7133825"/>
            <a:ext cx="5208595" cy="34848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1560707" y="7185486"/>
            <a:ext cx="1644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Técnico em Desenvolvimento de Sistemas</a:t>
            </a:r>
            <a:endParaRPr b="1" sz="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2165174" y="7296526"/>
            <a:ext cx="435308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Dez/2026</a:t>
            </a:r>
            <a:endParaRPr/>
          </a:p>
        </p:txBody>
      </p:sp>
      <p:pic>
        <p:nvPicPr>
          <p:cNvPr id="92" name="Google Shape;92;p13" title="bo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3100" y="1421815"/>
            <a:ext cx="1059575" cy="105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Tema do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